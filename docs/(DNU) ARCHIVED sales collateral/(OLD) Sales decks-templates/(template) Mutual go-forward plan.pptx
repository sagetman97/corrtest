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5143500" cx="9144000"/>
  <p:notesSz cx="6858000" cy="9144000"/>
  <p:embeddedFontLst>
    <p:embeddedFont>
      <p:font typeface="Roboto"/>
      <p:regular r:id="rId9"/>
      <p:bold r:id="rId10"/>
      <p:italic r:id="rId11"/>
      <p:boldItalic r:id="rId12"/>
    </p:embeddedFont>
    <p:embeddedFont>
      <p:font typeface="Nuni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italic.fntdata"/><Relationship Id="rId10" Type="http://schemas.openxmlformats.org/officeDocument/2006/relationships/font" Target="fonts/Roboto-bold.fntdata"/><Relationship Id="rId13" Type="http://schemas.openxmlformats.org/officeDocument/2006/relationships/font" Target="fonts/Nunito-regular.fntdata"/><Relationship Id="rId12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Roboto-regular.fntdata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6" Type="http://schemas.openxmlformats.org/officeDocument/2006/relationships/font" Target="fonts/Nuni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365314a8be_3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1365314a8be_3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1365314a8be_3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1365314a8be_3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37770d131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37770d13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37770d131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37770d131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">
  <p:cSld name="CUSTOM_1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448900" y="1894325"/>
            <a:ext cx="7695000" cy="3249300"/>
          </a:xfrm>
          <a:prstGeom prst="rect">
            <a:avLst/>
          </a:prstGeom>
          <a:solidFill>
            <a:srgbClr val="252525">
              <a:alpha val="49720"/>
            </a:srgbClr>
          </a:solidFill>
          <a:ln>
            <a:noFill/>
          </a:ln>
          <a:effectLst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1" y="0"/>
            <a:ext cx="5892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1" y="4812625"/>
            <a:ext cx="589200" cy="33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625" y="107100"/>
            <a:ext cx="316800" cy="24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type="title"/>
          </p:nvPr>
        </p:nvSpPr>
        <p:spPr>
          <a:xfrm>
            <a:off x="1601300" y="2046725"/>
            <a:ext cx="72765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1601300" y="2567868"/>
            <a:ext cx="72765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-3925" y="4812625"/>
            <a:ext cx="578400" cy="33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1pPr>
            <a:lvl2pPr lvl="1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2pPr>
            <a:lvl3pPr lvl="2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3pPr>
            <a:lvl4pPr lvl="3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4pPr>
            <a:lvl5pPr lvl="4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5pPr>
            <a:lvl6pPr lvl="5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6pPr>
            <a:lvl7pPr lvl="6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7pPr>
            <a:lvl8pPr lvl="7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8pPr>
            <a:lvl9pPr lvl="8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2"/>
          <p:cNvSpPr txBox="1"/>
          <p:nvPr/>
        </p:nvSpPr>
        <p:spPr>
          <a:xfrm>
            <a:off x="8358221" y="4839625"/>
            <a:ext cx="752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© 2023  | polly.io</a:t>
            </a:r>
            <a:endParaRPr sz="55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 1">
  <p:cSld name="CUSTOM_9_1">
    <p:bg>
      <p:bgPr>
        <a:solidFill>
          <a:schemeClr val="dk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8613" y="134813"/>
            <a:ext cx="343025" cy="27081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-12" y="4812625"/>
            <a:ext cx="578400" cy="33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-3925" y="4812625"/>
            <a:ext cx="578400" cy="33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1pPr>
            <a:lvl2pPr lvl="1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2pPr>
            <a:lvl3pPr lvl="2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3pPr>
            <a:lvl4pPr lvl="3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4pPr>
            <a:lvl5pPr lvl="4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5pPr>
            <a:lvl6pPr lvl="5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6pPr>
            <a:lvl7pPr lvl="6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7pPr>
            <a:lvl8pPr lvl="7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8pPr>
            <a:lvl9pPr lvl="8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/>
        </p:nvSpPr>
        <p:spPr>
          <a:xfrm>
            <a:off x="8358221" y="4839625"/>
            <a:ext cx="752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© 2023  | polly.io</a:t>
            </a:r>
            <a:endParaRPr sz="55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655325" y="563775"/>
            <a:ext cx="5037900" cy="2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665575" y="835127"/>
            <a:ext cx="5037900" cy="2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2" type="subTitle"/>
          </p:nvPr>
        </p:nvSpPr>
        <p:spPr>
          <a:xfrm>
            <a:off x="655325" y="1265200"/>
            <a:ext cx="7773600" cy="2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3" type="body"/>
          </p:nvPr>
        </p:nvSpPr>
        <p:spPr>
          <a:xfrm>
            <a:off x="655325" y="1546775"/>
            <a:ext cx="7773600" cy="2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Char char="●"/>
              <a:defRPr sz="700">
                <a:solidFill>
                  <a:schemeClr val="lt2"/>
                </a:solidFill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Char char="○"/>
              <a:defRPr sz="700">
                <a:solidFill>
                  <a:schemeClr val="lt2"/>
                </a:solidFill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Char char="■"/>
              <a:defRPr sz="700">
                <a:solidFill>
                  <a:schemeClr val="lt2"/>
                </a:solidFill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Char char="●"/>
              <a:defRPr sz="700">
                <a:solidFill>
                  <a:schemeClr val="lt2"/>
                </a:solidFill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Char char="○"/>
              <a:defRPr sz="700">
                <a:solidFill>
                  <a:schemeClr val="lt2"/>
                </a:solidFill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Char char="■"/>
              <a:defRPr sz="700">
                <a:solidFill>
                  <a:schemeClr val="lt2"/>
                </a:solidFill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Char char="●"/>
              <a:defRPr sz="700">
                <a:solidFill>
                  <a:schemeClr val="lt2"/>
                </a:solidFill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Char char="○"/>
              <a:defRPr sz="700">
                <a:solidFill>
                  <a:schemeClr val="lt2"/>
                </a:solidFill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Char char="■"/>
              <a:defRPr sz="7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1">
  <p:cSld name="ONE_COLUMN_TEXT_2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8613" y="134813"/>
            <a:ext cx="343025" cy="270815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-12" y="4812625"/>
            <a:ext cx="578400" cy="33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-3925" y="4812625"/>
            <a:ext cx="578400" cy="33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1pPr>
            <a:lvl2pPr lvl="1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2pPr>
            <a:lvl3pPr lvl="2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3pPr>
            <a:lvl4pPr lvl="3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4pPr>
            <a:lvl5pPr lvl="4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5pPr>
            <a:lvl6pPr lvl="5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6pPr>
            <a:lvl7pPr lvl="6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7pPr>
            <a:lvl8pPr lvl="7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8pPr>
            <a:lvl9pPr lvl="8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4"/>
          <p:cNvSpPr txBox="1"/>
          <p:nvPr>
            <p:ph type="title"/>
          </p:nvPr>
        </p:nvSpPr>
        <p:spPr>
          <a:xfrm>
            <a:off x="655325" y="563775"/>
            <a:ext cx="5037900" cy="2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subTitle"/>
          </p:nvPr>
        </p:nvSpPr>
        <p:spPr>
          <a:xfrm>
            <a:off x="665575" y="835127"/>
            <a:ext cx="5037900" cy="2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2" type="subTitle"/>
          </p:nvPr>
        </p:nvSpPr>
        <p:spPr>
          <a:xfrm>
            <a:off x="655325" y="1265200"/>
            <a:ext cx="7853100" cy="2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3" type="body"/>
          </p:nvPr>
        </p:nvSpPr>
        <p:spPr>
          <a:xfrm>
            <a:off x="655325" y="1622975"/>
            <a:ext cx="3647400" cy="2867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 sz="800">
                <a:solidFill>
                  <a:schemeClr val="lt2"/>
                </a:solidFill>
              </a:defRPr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 sz="800">
                <a:solidFill>
                  <a:schemeClr val="lt2"/>
                </a:solidFill>
              </a:defRPr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 sz="800">
                <a:solidFill>
                  <a:schemeClr val="lt2"/>
                </a:solidFill>
              </a:defRPr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 sz="800">
                <a:solidFill>
                  <a:schemeClr val="lt2"/>
                </a:solidFill>
              </a:defRPr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 sz="800">
                <a:solidFill>
                  <a:schemeClr val="lt2"/>
                </a:solidFill>
              </a:defRPr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 sz="800">
                <a:solidFill>
                  <a:schemeClr val="lt2"/>
                </a:solidFill>
              </a:defRPr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 sz="800">
                <a:solidFill>
                  <a:schemeClr val="lt2"/>
                </a:solidFill>
              </a:defRPr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 sz="800">
                <a:solidFill>
                  <a:schemeClr val="lt2"/>
                </a:solidFill>
              </a:defRPr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 sz="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4" type="body"/>
          </p:nvPr>
        </p:nvSpPr>
        <p:spPr>
          <a:xfrm>
            <a:off x="4861025" y="1622975"/>
            <a:ext cx="3647400" cy="2867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 sz="800">
                <a:solidFill>
                  <a:schemeClr val="lt2"/>
                </a:solidFill>
              </a:defRPr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 sz="800">
                <a:solidFill>
                  <a:schemeClr val="lt2"/>
                </a:solidFill>
              </a:defRPr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 sz="800">
                <a:solidFill>
                  <a:schemeClr val="lt2"/>
                </a:solidFill>
              </a:defRPr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 sz="800">
                <a:solidFill>
                  <a:schemeClr val="lt2"/>
                </a:solidFill>
              </a:defRPr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 sz="800">
                <a:solidFill>
                  <a:schemeClr val="lt2"/>
                </a:solidFill>
              </a:defRPr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 sz="800">
                <a:solidFill>
                  <a:schemeClr val="lt2"/>
                </a:solidFill>
              </a:defRPr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 sz="800">
                <a:solidFill>
                  <a:schemeClr val="lt2"/>
                </a:solidFill>
              </a:defRPr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 sz="800">
                <a:solidFill>
                  <a:schemeClr val="lt2"/>
                </a:solidFill>
              </a:defRPr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 sz="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/>
        </p:nvSpPr>
        <p:spPr>
          <a:xfrm>
            <a:off x="8358221" y="4839625"/>
            <a:ext cx="752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© 2023  | polly.io</a:t>
            </a:r>
            <a:endParaRPr sz="55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  <a:defRPr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○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■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●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○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■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●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○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■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-3925" y="4812625"/>
            <a:ext cx="578400" cy="33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5"/>
          <p:cNvSpPr txBox="1"/>
          <p:nvPr>
            <p:ph type="title"/>
          </p:nvPr>
        </p:nvSpPr>
        <p:spPr>
          <a:xfrm>
            <a:off x="1601300" y="2264664"/>
            <a:ext cx="7276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Mutual Go-forward Plan</a:t>
            </a:r>
            <a:endParaRPr b="1"/>
          </a:p>
        </p:txBody>
      </p:sp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1601300" y="2048256"/>
            <a:ext cx="72765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Sales team resource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/>
          <p:nvPr/>
        </p:nvSpPr>
        <p:spPr>
          <a:xfrm>
            <a:off x="8397825" y="1406500"/>
            <a:ext cx="1828800" cy="536100"/>
          </a:xfrm>
          <a:prstGeom prst="roundRect">
            <a:avLst>
              <a:gd fmla="val 9644" name="adj"/>
            </a:avLst>
          </a:prstGeom>
          <a:solidFill>
            <a:schemeClr val="dk1"/>
          </a:solidFill>
          <a:ln>
            <a:noFill/>
          </a:ln>
          <a:effectLst>
            <a:outerShdw blurRad="142875" rotWithShape="0" algn="bl" dir="2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9" name="Google Shape;49;p6"/>
          <p:cNvSpPr txBox="1"/>
          <p:nvPr/>
        </p:nvSpPr>
        <p:spPr>
          <a:xfrm>
            <a:off x="8368725" y="1406501"/>
            <a:ext cx="7911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SEP 22</a:t>
            </a:r>
            <a:b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lang="en" sz="8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GO LIVE!</a:t>
            </a:r>
            <a:endParaRPr b="1"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-1037700" y="2093984"/>
            <a:ext cx="1828800" cy="536100"/>
          </a:xfrm>
          <a:prstGeom prst="roundRect">
            <a:avLst>
              <a:gd fmla="val 9644" name="adj"/>
            </a:avLst>
          </a:prstGeom>
          <a:solidFill>
            <a:schemeClr val="dk1"/>
          </a:solidFill>
          <a:ln>
            <a:noFill/>
          </a:ln>
          <a:effectLst>
            <a:outerShdw blurRad="142875" rotWithShape="0" algn="bl" dir="2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886300" y="2146975"/>
            <a:ext cx="1551000" cy="2996400"/>
          </a:xfrm>
          <a:prstGeom prst="rect">
            <a:avLst/>
          </a:prstGeom>
          <a:solidFill>
            <a:srgbClr val="01FFF0">
              <a:alpha val="824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JUN 30</a:t>
            </a:r>
            <a:br>
              <a:rPr b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Finalize requirements</a:t>
            </a:r>
            <a:br>
              <a:rPr b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</a:br>
            <a:endParaRPr b="1" sz="9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Leadership demo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Lock desk demo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LO demo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Features and requirements review </a:t>
            </a:r>
            <a:endParaRPr/>
          </a:p>
        </p:txBody>
      </p:sp>
      <p:grpSp>
        <p:nvGrpSpPr>
          <p:cNvPr id="52" name="Google Shape;52;p6"/>
          <p:cNvGrpSpPr/>
          <p:nvPr/>
        </p:nvGrpSpPr>
        <p:grpSpPr>
          <a:xfrm>
            <a:off x="466173" y="1463454"/>
            <a:ext cx="1971107" cy="759712"/>
            <a:chOff x="466173" y="2454054"/>
            <a:chExt cx="1971107" cy="759712"/>
          </a:xfrm>
        </p:grpSpPr>
        <p:sp>
          <p:nvSpPr>
            <p:cNvPr id="53" name="Google Shape;53;p6"/>
            <p:cNvSpPr/>
            <p:nvPr/>
          </p:nvSpPr>
          <p:spPr>
            <a:xfrm>
              <a:off x="902781" y="3080265"/>
              <a:ext cx="1534500" cy="13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6"/>
            <p:cNvSpPr txBox="1"/>
            <p:nvPr/>
          </p:nvSpPr>
          <p:spPr>
            <a:xfrm>
              <a:off x="466173" y="2454054"/>
              <a:ext cx="8712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000">
                  <a:latin typeface="Nunito"/>
                  <a:ea typeface="Nunito"/>
                  <a:cs typeface="Nunito"/>
                  <a:sym typeface="Nunito"/>
                </a:rPr>
                <a:t>JUN 30</a:t>
              </a:r>
              <a:endParaRPr b="1" sz="1000">
                <a:latin typeface="Nunito"/>
                <a:ea typeface="Nunito"/>
                <a:cs typeface="Nunito"/>
                <a:sym typeface="Nunito"/>
              </a:endParaRPr>
            </a:p>
          </p:txBody>
        </p:sp>
        <p:grpSp>
          <p:nvGrpSpPr>
            <p:cNvPr id="55" name="Google Shape;55;p6"/>
            <p:cNvGrpSpPr/>
            <p:nvPr/>
          </p:nvGrpSpPr>
          <p:grpSpPr>
            <a:xfrm>
              <a:off x="851208" y="2800855"/>
              <a:ext cx="92400" cy="411825"/>
              <a:chOff x="845575" y="2563700"/>
              <a:chExt cx="92400" cy="411825"/>
            </a:xfrm>
          </p:grpSpPr>
          <p:cxnSp>
            <p:nvCxnSpPr>
              <p:cNvPr id="56" name="Google Shape;56;p6"/>
              <p:cNvCxnSpPr/>
              <p:nvPr/>
            </p:nvCxnSpPr>
            <p:spPr>
              <a:xfrm>
                <a:off x="891775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7" name="Google Shape;57;p6"/>
              <p:cNvSpPr/>
              <p:nvPr/>
            </p:nvSpPr>
            <p:spPr>
              <a:xfrm>
                <a:off x="845575" y="2563700"/>
                <a:ext cx="92400" cy="92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8" name="Google Shape;58;p6"/>
          <p:cNvGrpSpPr/>
          <p:nvPr/>
        </p:nvGrpSpPr>
        <p:grpSpPr>
          <a:xfrm>
            <a:off x="2071705" y="1466088"/>
            <a:ext cx="1900076" cy="757077"/>
            <a:chOff x="2071705" y="2456688"/>
            <a:chExt cx="1900076" cy="757077"/>
          </a:xfrm>
        </p:grpSpPr>
        <p:sp>
          <p:nvSpPr>
            <p:cNvPr id="59" name="Google Shape;59;p6"/>
            <p:cNvSpPr/>
            <p:nvPr/>
          </p:nvSpPr>
          <p:spPr>
            <a:xfrm>
              <a:off x="2437281" y="3080265"/>
              <a:ext cx="1534500" cy="133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6"/>
            <p:cNvSpPr txBox="1"/>
            <p:nvPr/>
          </p:nvSpPr>
          <p:spPr>
            <a:xfrm>
              <a:off x="2071705" y="2456688"/>
              <a:ext cx="7458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000">
                  <a:latin typeface="Nunito"/>
                  <a:ea typeface="Nunito"/>
                  <a:cs typeface="Nunito"/>
                  <a:sym typeface="Nunito"/>
                </a:rPr>
                <a:t>JUL 20</a:t>
              </a:r>
              <a:endParaRPr b="1"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61" name="Google Shape;61;p6"/>
            <p:cNvGrpSpPr/>
            <p:nvPr/>
          </p:nvGrpSpPr>
          <p:grpSpPr>
            <a:xfrm rot="10800000">
              <a:off x="2395183" y="2804160"/>
              <a:ext cx="92400" cy="406898"/>
              <a:chOff x="2070100" y="2844725"/>
              <a:chExt cx="92400" cy="406898"/>
            </a:xfrm>
          </p:grpSpPr>
          <p:cxnSp>
            <p:nvCxnSpPr>
              <p:cNvPr id="62" name="Google Shape;62;p6"/>
              <p:cNvCxnSpPr/>
              <p:nvPr/>
            </p:nvCxnSpPr>
            <p:spPr>
              <a:xfrm>
                <a:off x="2116300" y="28447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63" name="Google Shape;63;p6"/>
              <p:cNvSpPr/>
              <p:nvPr/>
            </p:nvSpPr>
            <p:spPr>
              <a:xfrm>
                <a:off x="2070100" y="3159223"/>
                <a:ext cx="92400" cy="9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4" name="Google Shape;64;p6"/>
          <p:cNvGrpSpPr/>
          <p:nvPr/>
        </p:nvGrpSpPr>
        <p:grpSpPr>
          <a:xfrm>
            <a:off x="3642907" y="1463443"/>
            <a:ext cx="1863371" cy="759722"/>
            <a:chOff x="3642907" y="2454043"/>
            <a:chExt cx="1863371" cy="759722"/>
          </a:xfrm>
        </p:grpSpPr>
        <p:sp>
          <p:nvSpPr>
            <p:cNvPr id="65" name="Google Shape;65;p6"/>
            <p:cNvSpPr/>
            <p:nvPr/>
          </p:nvSpPr>
          <p:spPr>
            <a:xfrm>
              <a:off x="3971778" y="3080265"/>
              <a:ext cx="1534500" cy="133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6" name="Google Shape;66;p6"/>
            <p:cNvGrpSpPr/>
            <p:nvPr/>
          </p:nvGrpSpPr>
          <p:grpSpPr>
            <a:xfrm>
              <a:off x="3924544" y="2800855"/>
              <a:ext cx="92400" cy="411825"/>
              <a:chOff x="845575" y="2563700"/>
              <a:chExt cx="92400" cy="411825"/>
            </a:xfrm>
          </p:grpSpPr>
          <p:cxnSp>
            <p:nvCxnSpPr>
              <p:cNvPr id="67" name="Google Shape;67;p6"/>
              <p:cNvCxnSpPr/>
              <p:nvPr/>
            </p:nvCxnSpPr>
            <p:spPr>
              <a:xfrm>
                <a:off x="891775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68" name="Google Shape;68;p6"/>
              <p:cNvSpPr/>
              <p:nvPr/>
            </p:nvSpPr>
            <p:spPr>
              <a:xfrm>
                <a:off x="845575" y="2563700"/>
                <a:ext cx="92400" cy="9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9" name="Google Shape;69;p6"/>
            <p:cNvSpPr txBox="1"/>
            <p:nvPr/>
          </p:nvSpPr>
          <p:spPr>
            <a:xfrm>
              <a:off x="3642907" y="2454043"/>
              <a:ext cx="6927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000">
                  <a:latin typeface="Nunito"/>
                  <a:ea typeface="Nunito"/>
                  <a:cs typeface="Nunito"/>
                  <a:sym typeface="Nunito"/>
                </a:rPr>
                <a:t>AUG 1</a:t>
              </a:r>
              <a:endParaRPr b="1"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0" name="Google Shape;70;p6"/>
          <p:cNvGrpSpPr/>
          <p:nvPr/>
        </p:nvGrpSpPr>
        <p:grpSpPr>
          <a:xfrm>
            <a:off x="5131289" y="1466088"/>
            <a:ext cx="1909487" cy="757077"/>
            <a:chOff x="5131289" y="2456688"/>
            <a:chExt cx="1909487" cy="757077"/>
          </a:xfrm>
        </p:grpSpPr>
        <p:sp>
          <p:nvSpPr>
            <p:cNvPr id="71" name="Google Shape;71;p6"/>
            <p:cNvSpPr/>
            <p:nvPr/>
          </p:nvSpPr>
          <p:spPr>
            <a:xfrm>
              <a:off x="5506276" y="3080265"/>
              <a:ext cx="1534500" cy="13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2" name="Google Shape;72;p6"/>
            <p:cNvGrpSpPr/>
            <p:nvPr/>
          </p:nvGrpSpPr>
          <p:grpSpPr>
            <a:xfrm rot="10800000">
              <a:off x="5455515" y="2804160"/>
              <a:ext cx="92400" cy="406898"/>
              <a:chOff x="2070100" y="2844725"/>
              <a:chExt cx="92400" cy="406898"/>
            </a:xfrm>
          </p:grpSpPr>
          <p:cxnSp>
            <p:nvCxnSpPr>
              <p:cNvPr id="73" name="Google Shape;73;p6"/>
              <p:cNvCxnSpPr/>
              <p:nvPr/>
            </p:nvCxnSpPr>
            <p:spPr>
              <a:xfrm>
                <a:off x="2116300" y="28447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4" name="Google Shape;74;p6"/>
              <p:cNvSpPr/>
              <p:nvPr/>
            </p:nvSpPr>
            <p:spPr>
              <a:xfrm>
                <a:off x="2070100" y="3159223"/>
                <a:ext cx="92400" cy="924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5" name="Google Shape;75;p6"/>
            <p:cNvSpPr txBox="1"/>
            <p:nvPr/>
          </p:nvSpPr>
          <p:spPr>
            <a:xfrm>
              <a:off x="5131289" y="2456688"/>
              <a:ext cx="7458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000">
                  <a:latin typeface="Nunito"/>
                  <a:ea typeface="Nunito"/>
                  <a:cs typeface="Nunito"/>
                  <a:sym typeface="Nunito"/>
                </a:rPr>
                <a:t>AUG 27</a:t>
              </a:r>
              <a:endParaRPr b="1"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6" name="Google Shape;76;p6"/>
          <p:cNvGrpSpPr/>
          <p:nvPr/>
        </p:nvGrpSpPr>
        <p:grpSpPr>
          <a:xfrm>
            <a:off x="6671021" y="1463443"/>
            <a:ext cx="2475461" cy="759722"/>
            <a:chOff x="6671021" y="2454043"/>
            <a:chExt cx="2475461" cy="759722"/>
          </a:xfrm>
        </p:grpSpPr>
        <p:sp>
          <p:nvSpPr>
            <p:cNvPr id="77" name="Google Shape;77;p6"/>
            <p:cNvSpPr/>
            <p:nvPr/>
          </p:nvSpPr>
          <p:spPr>
            <a:xfrm>
              <a:off x="7040783" y="3080265"/>
              <a:ext cx="2105700" cy="133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8" name="Google Shape;78;p6"/>
            <p:cNvGrpSpPr/>
            <p:nvPr/>
          </p:nvGrpSpPr>
          <p:grpSpPr>
            <a:xfrm>
              <a:off x="6994658" y="2800855"/>
              <a:ext cx="92400" cy="411825"/>
              <a:chOff x="845575" y="2563700"/>
              <a:chExt cx="92400" cy="411825"/>
            </a:xfrm>
          </p:grpSpPr>
          <p:cxnSp>
            <p:nvCxnSpPr>
              <p:cNvPr id="79" name="Google Shape;79;p6"/>
              <p:cNvCxnSpPr/>
              <p:nvPr/>
            </p:nvCxnSpPr>
            <p:spPr>
              <a:xfrm>
                <a:off x="891775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0" name="Google Shape;80;p6"/>
              <p:cNvSpPr/>
              <p:nvPr/>
            </p:nvSpPr>
            <p:spPr>
              <a:xfrm>
                <a:off x="845575" y="2563700"/>
                <a:ext cx="92400" cy="924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1" name="Google Shape;81;p6"/>
            <p:cNvSpPr txBox="1"/>
            <p:nvPr/>
          </p:nvSpPr>
          <p:spPr>
            <a:xfrm>
              <a:off x="6671021" y="2454043"/>
              <a:ext cx="7458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000">
                  <a:latin typeface="Nunito"/>
                  <a:ea typeface="Nunito"/>
                  <a:cs typeface="Nunito"/>
                  <a:sym typeface="Nunito"/>
                </a:rPr>
                <a:t>SEP 24</a:t>
              </a:r>
              <a:endParaRPr b="1" sz="1000"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82" name="Google Shape;82;p6"/>
          <p:cNvSpPr txBox="1"/>
          <p:nvPr>
            <p:ph idx="12" type="sldNum"/>
          </p:nvPr>
        </p:nvSpPr>
        <p:spPr>
          <a:xfrm>
            <a:off x="-3925" y="4812625"/>
            <a:ext cx="578400" cy="33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" name="Google Shape;83;p6"/>
          <p:cNvSpPr txBox="1"/>
          <p:nvPr>
            <p:ph type="title"/>
          </p:nvPr>
        </p:nvSpPr>
        <p:spPr>
          <a:xfrm>
            <a:off x="655325" y="563775"/>
            <a:ext cx="50379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Mutual go-forward plan</a:t>
            </a:r>
            <a:endParaRPr/>
          </a:p>
        </p:txBody>
      </p:sp>
      <p:sp>
        <p:nvSpPr>
          <p:cNvPr id="84" name="Google Shape;84;p6"/>
          <p:cNvSpPr txBox="1"/>
          <p:nvPr>
            <p:ph idx="1" type="subTitle"/>
          </p:nvPr>
        </p:nvSpPr>
        <p:spPr>
          <a:xfrm>
            <a:off x="665575" y="835127"/>
            <a:ext cx="50379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Ensuring success on your strategic initiative</a:t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2437300" y="2146975"/>
            <a:ext cx="1534500" cy="2996400"/>
          </a:xfrm>
          <a:prstGeom prst="rect">
            <a:avLst/>
          </a:prstGeom>
          <a:solidFill>
            <a:srgbClr val="FFD601">
              <a:alpha val="824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JUL 20</a:t>
            </a:r>
            <a:br>
              <a:rPr b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Executive alignment and business impact review</a:t>
            </a:r>
            <a:endParaRPr b="1" sz="9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Business value exercise completed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Business impact and summary review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Executive meeting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3971775" y="2146975"/>
            <a:ext cx="1534500" cy="2996400"/>
          </a:xfrm>
          <a:prstGeom prst="rect">
            <a:avLst/>
          </a:prstGeom>
          <a:solidFill>
            <a:srgbClr val="1DD6FF">
              <a:alpha val="824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AUG 1</a:t>
            </a:r>
            <a:br>
              <a:rPr b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Vendor </a:t>
            </a:r>
            <a:r>
              <a:rPr b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management</a:t>
            </a:r>
            <a:r>
              <a:rPr b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 and </a:t>
            </a:r>
            <a:r>
              <a:rPr b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commercials</a:t>
            </a:r>
            <a:endParaRPr b="1" sz="9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Vendor management package completed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Polly VM approval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Review Polly order form and license agreement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Clean copy on executable documents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5506275" y="2146975"/>
            <a:ext cx="1534500" cy="2996400"/>
          </a:xfrm>
          <a:prstGeom prst="rect">
            <a:avLst/>
          </a:prstGeom>
          <a:solidFill>
            <a:srgbClr val="9980FE">
              <a:alpha val="824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AUG 27</a:t>
            </a:r>
            <a:br>
              <a:rPr b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Implementation kick off</a:t>
            </a:r>
            <a:br>
              <a:rPr b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</a:br>
            <a:endParaRPr b="1" sz="9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Begin implementation 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Business process alignment meeting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System configuration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Integration with POS/LOS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Initial sign off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7040775" y="2146975"/>
            <a:ext cx="2105700" cy="2996400"/>
          </a:xfrm>
          <a:prstGeom prst="rect">
            <a:avLst/>
          </a:prstGeom>
          <a:solidFill>
            <a:srgbClr val="FD52D7">
              <a:alpha val="824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SEP 24</a:t>
            </a:r>
            <a:b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Testing, training, an support</a:t>
            </a:r>
            <a:br>
              <a:rPr b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</a:br>
            <a:endParaRPr b="1" sz="9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Comprehensive testing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User testing completed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Meet Polly customer support rep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Final sign off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9" name="Google Shape;89;p6"/>
          <p:cNvSpPr txBox="1"/>
          <p:nvPr/>
        </p:nvSpPr>
        <p:spPr>
          <a:xfrm>
            <a:off x="0" y="2093976"/>
            <a:ext cx="7911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JUN 17</a:t>
            </a:r>
            <a:b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lang="en" sz="8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TODAY</a:t>
            </a:r>
            <a:endParaRPr b="1" sz="11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/>
          <p:nvPr/>
        </p:nvSpPr>
        <p:spPr>
          <a:xfrm>
            <a:off x="8397825" y="1406500"/>
            <a:ext cx="1828800" cy="536100"/>
          </a:xfrm>
          <a:prstGeom prst="roundRect">
            <a:avLst>
              <a:gd fmla="val 9644" name="adj"/>
            </a:avLst>
          </a:prstGeom>
          <a:solidFill>
            <a:schemeClr val="dk1"/>
          </a:solidFill>
          <a:ln>
            <a:noFill/>
          </a:ln>
          <a:effectLst>
            <a:outerShdw blurRad="142875" rotWithShape="0" algn="bl" dir="2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5" name="Google Shape;95;p7"/>
          <p:cNvSpPr txBox="1"/>
          <p:nvPr/>
        </p:nvSpPr>
        <p:spPr>
          <a:xfrm>
            <a:off x="8368725" y="1406501"/>
            <a:ext cx="7911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2"/>
                </a:solidFill>
                <a:highlight>
                  <a:srgbClr val="FFFF00"/>
                </a:highlight>
                <a:latin typeface="Nunito"/>
                <a:ea typeface="Nunito"/>
                <a:cs typeface="Nunito"/>
                <a:sym typeface="Nunito"/>
              </a:rPr>
              <a:t>DATE</a:t>
            </a:r>
            <a:b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lang="en" sz="8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GO LIVE!</a:t>
            </a:r>
            <a:endParaRPr b="1"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-1037700" y="2093984"/>
            <a:ext cx="1828800" cy="536100"/>
          </a:xfrm>
          <a:prstGeom prst="roundRect">
            <a:avLst>
              <a:gd fmla="val 9644" name="adj"/>
            </a:avLst>
          </a:prstGeom>
          <a:solidFill>
            <a:schemeClr val="dk1"/>
          </a:solidFill>
          <a:ln>
            <a:noFill/>
          </a:ln>
          <a:effectLst>
            <a:outerShdw blurRad="142875" rotWithShape="0" algn="bl" dir="2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886300" y="2146975"/>
            <a:ext cx="1551000" cy="2996400"/>
          </a:xfrm>
          <a:prstGeom prst="rect">
            <a:avLst/>
          </a:prstGeom>
          <a:solidFill>
            <a:srgbClr val="01FFF0">
              <a:alpha val="824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highlight>
                  <a:srgbClr val="FFFF00"/>
                </a:highlight>
                <a:latin typeface="Nunito"/>
                <a:ea typeface="Nunito"/>
                <a:cs typeface="Nunito"/>
                <a:sym typeface="Nunito"/>
              </a:rPr>
              <a:t>DATE</a:t>
            </a: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br>
              <a:rPr b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Step 1</a:t>
            </a:r>
            <a:endParaRPr b="1" sz="9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98" name="Google Shape;98;p7"/>
          <p:cNvGrpSpPr/>
          <p:nvPr/>
        </p:nvGrpSpPr>
        <p:grpSpPr>
          <a:xfrm>
            <a:off x="466173" y="1463454"/>
            <a:ext cx="1971107" cy="759712"/>
            <a:chOff x="466173" y="2454054"/>
            <a:chExt cx="1971107" cy="759712"/>
          </a:xfrm>
        </p:grpSpPr>
        <p:sp>
          <p:nvSpPr>
            <p:cNvPr id="99" name="Google Shape;99;p7"/>
            <p:cNvSpPr/>
            <p:nvPr/>
          </p:nvSpPr>
          <p:spPr>
            <a:xfrm>
              <a:off x="902781" y="3080265"/>
              <a:ext cx="1534500" cy="13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7"/>
            <p:cNvSpPr txBox="1"/>
            <p:nvPr/>
          </p:nvSpPr>
          <p:spPr>
            <a:xfrm>
              <a:off x="466173" y="2454054"/>
              <a:ext cx="8712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000">
                  <a:highlight>
                    <a:srgbClr val="FFFF00"/>
                  </a:highlight>
                  <a:latin typeface="Nunito"/>
                  <a:ea typeface="Nunito"/>
                  <a:cs typeface="Nunito"/>
                  <a:sym typeface="Nunito"/>
                </a:rPr>
                <a:t>DATE</a:t>
              </a:r>
              <a:endParaRPr b="1" sz="1000">
                <a:highlight>
                  <a:srgbClr val="FFFF00"/>
                </a:highlight>
                <a:latin typeface="Nunito"/>
                <a:ea typeface="Nunito"/>
                <a:cs typeface="Nunito"/>
                <a:sym typeface="Nunito"/>
              </a:endParaRPr>
            </a:p>
          </p:txBody>
        </p:sp>
        <p:grpSp>
          <p:nvGrpSpPr>
            <p:cNvPr id="101" name="Google Shape;101;p7"/>
            <p:cNvGrpSpPr/>
            <p:nvPr/>
          </p:nvGrpSpPr>
          <p:grpSpPr>
            <a:xfrm>
              <a:off x="851208" y="2800855"/>
              <a:ext cx="92400" cy="411825"/>
              <a:chOff x="845575" y="2563700"/>
              <a:chExt cx="92400" cy="411825"/>
            </a:xfrm>
          </p:grpSpPr>
          <p:cxnSp>
            <p:nvCxnSpPr>
              <p:cNvPr id="102" name="Google Shape;102;p7"/>
              <p:cNvCxnSpPr/>
              <p:nvPr/>
            </p:nvCxnSpPr>
            <p:spPr>
              <a:xfrm>
                <a:off x="891775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03" name="Google Shape;103;p7"/>
              <p:cNvSpPr/>
              <p:nvPr/>
            </p:nvSpPr>
            <p:spPr>
              <a:xfrm>
                <a:off x="845575" y="2563700"/>
                <a:ext cx="92400" cy="92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4" name="Google Shape;104;p7"/>
          <p:cNvGrpSpPr/>
          <p:nvPr/>
        </p:nvGrpSpPr>
        <p:grpSpPr>
          <a:xfrm>
            <a:off x="2071705" y="1466088"/>
            <a:ext cx="1900076" cy="757077"/>
            <a:chOff x="2071705" y="2456688"/>
            <a:chExt cx="1900076" cy="757077"/>
          </a:xfrm>
        </p:grpSpPr>
        <p:sp>
          <p:nvSpPr>
            <p:cNvPr id="105" name="Google Shape;105;p7"/>
            <p:cNvSpPr/>
            <p:nvPr/>
          </p:nvSpPr>
          <p:spPr>
            <a:xfrm>
              <a:off x="2437281" y="3080265"/>
              <a:ext cx="1534500" cy="133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7"/>
            <p:cNvSpPr txBox="1"/>
            <p:nvPr/>
          </p:nvSpPr>
          <p:spPr>
            <a:xfrm>
              <a:off x="2071705" y="2456688"/>
              <a:ext cx="7458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000">
                  <a:highlight>
                    <a:srgbClr val="FFFF00"/>
                  </a:highlight>
                  <a:latin typeface="Nunito"/>
                  <a:ea typeface="Nunito"/>
                  <a:cs typeface="Nunito"/>
                  <a:sym typeface="Nunito"/>
                </a:rPr>
                <a:t>DATE</a:t>
              </a:r>
              <a:endParaRPr b="1"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07" name="Google Shape;107;p7"/>
            <p:cNvGrpSpPr/>
            <p:nvPr/>
          </p:nvGrpSpPr>
          <p:grpSpPr>
            <a:xfrm rot="10800000">
              <a:off x="2395183" y="2804160"/>
              <a:ext cx="92400" cy="406898"/>
              <a:chOff x="2070100" y="2844725"/>
              <a:chExt cx="92400" cy="406898"/>
            </a:xfrm>
          </p:grpSpPr>
          <p:cxnSp>
            <p:nvCxnSpPr>
              <p:cNvPr id="108" name="Google Shape;108;p7"/>
              <p:cNvCxnSpPr/>
              <p:nvPr/>
            </p:nvCxnSpPr>
            <p:spPr>
              <a:xfrm>
                <a:off x="2116300" y="28447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09" name="Google Shape;109;p7"/>
              <p:cNvSpPr/>
              <p:nvPr/>
            </p:nvSpPr>
            <p:spPr>
              <a:xfrm>
                <a:off x="2070100" y="3159223"/>
                <a:ext cx="92400" cy="9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0" name="Google Shape;110;p7"/>
          <p:cNvGrpSpPr/>
          <p:nvPr/>
        </p:nvGrpSpPr>
        <p:grpSpPr>
          <a:xfrm>
            <a:off x="3642907" y="1463443"/>
            <a:ext cx="1863371" cy="759722"/>
            <a:chOff x="3642907" y="2454043"/>
            <a:chExt cx="1863371" cy="759722"/>
          </a:xfrm>
        </p:grpSpPr>
        <p:sp>
          <p:nvSpPr>
            <p:cNvPr id="111" name="Google Shape;111;p7"/>
            <p:cNvSpPr/>
            <p:nvPr/>
          </p:nvSpPr>
          <p:spPr>
            <a:xfrm>
              <a:off x="3971778" y="3080265"/>
              <a:ext cx="1534500" cy="133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2" name="Google Shape;112;p7"/>
            <p:cNvGrpSpPr/>
            <p:nvPr/>
          </p:nvGrpSpPr>
          <p:grpSpPr>
            <a:xfrm>
              <a:off x="3924544" y="2800855"/>
              <a:ext cx="92400" cy="411825"/>
              <a:chOff x="845575" y="2563700"/>
              <a:chExt cx="92400" cy="411825"/>
            </a:xfrm>
          </p:grpSpPr>
          <p:cxnSp>
            <p:nvCxnSpPr>
              <p:cNvPr id="113" name="Google Shape;113;p7"/>
              <p:cNvCxnSpPr/>
              <p:nvPr/>
            </p:nvCxnSpPr>
            <p:spPr>
              <a:xfrm>
                <a:off x="891775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14" name="Google Shape;114;p7"/>
              <p:cNvSpPr/>
              <p:nvPr/>
            </p:nvSpPr>
            <p:spPr>
              <a:xfrm>
                <a:off x="845575" y="2563700"/>
                <a:ext cx="92400" cy="9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5" name="Google Shape;115;p7"/>
            <p:cNvSpPr txBox="1"/>
            <p:nvPr/>
          </p:nvSpPr>
          <p:spPr>
            <a:xfrm>
              <a:off x="3642907" y="2454043"/>
              <a:ext cx="6927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000">
                  <a:highlight>
                    <a:srgbClr val="FFFF00"/>
                  </a:highlight>
                  <a:latin typeface="Nunito"/>
                  <a:ea typeface="Nunito"/>
                  <a:cs typeface="Nunito"/>
                  <a:sym typeface="Nunito"/>
                </a:rPr>
                <a:t>DATE</a:t>
              </a:r>
              <a:endParaRPr b="1"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6" name="Google Shape;116;p7"/>
          <p:cNvGrpSpPr/>
          <p:nvPr/>
        </p:nvGrpSpPr>
        <p:grpSpPr>
          <a:xfrm>
            <a:off x="5131289" y="1466088"/>
            <a:ext cx="1909487" cy="757077"/>
            <a:chOff x="5131289" y="2456688"/>
            <a:chExt cx="1909487" cy="757077"/>
          </a:xfrm>
        </p:grpSpPr>
        <p:sp>
          <p:nvSpPr>
            <p:cNvPr id="117" name="Google Shape;117;p7"/>
            <p:cNvSpPr/>
            <p:nvPr/>
          </p:nvSpPr>
          <p:spPr>
            <a:xfrm>
              <a:off x="5506276" y="3080265"/>
              <a:ext cx="1534500" cy="13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8" name="Google Shape;118;p7"/>
            <p:cNvGrpSpPr/>
            <p:nvPr/>
          </p:nvGrpSpPr>
          <p:grpSpPr>
            <a:xfrm rot="10800000">
              <a:off x="5455515" y="2804160"/>
              <a:ext cx="92400" cy="406898"/>
              <a:chOff x="2070100" y="2844725"/>
              <a:chExt cx="92400" cy="406898"/>
            </a:xfrm>
          </p:grpSpPr>
          <p:cxnSp>
            <p:nvCxnSpPr>
              <p:cNvPr id="119" name="Google Shape;119;p7"/>
              <p:cNvCxnSpPr/>
              <p:nvPr/>
            </p:nvCxnSpPr>
            <p:spPr>
              <a:xfrm>
                <a:off x="2116300" y="28447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20" name="Google Shape;120;p7"/>
              <p:cNvSpPr/>
              <p:nvPr/>
            </p:nvSpPr>
            <p:spPr>
              <a:xfrm>
                <a:off x="2070100" y="3159223"/>
                <a:ext cx="92400" cy="924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1" name="Google Shape;121;p7"/>
            <p:cNvSpPr txBox="1"/>
            <p:nvPr/>
          </p:nvSpPr>
          <p:spPr>
            <a:xfrm>
              <a:off x="5131289" y="2456688"/>
              <a:ext cx="7458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000">
                  <a:highlight>
                    <a:srgbClr val="FFFF00"/>
                  </a:highlight>
                  <a:latin typeface="Nunito"/>
                  <a:ea typeface="Nunito"/>
                  <a:cs typeface="Nunito"/>
                  <a:sym typeface="Nunito"/>
                </a:rPr>
                <a:t>DATE</a:t>
              </a:r>
              <a:endParaRPr b="1"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2" name="Google Shape;122;p7"/>
          <p:cNvGrpSpPr/>
          <p:nvPr/>
        </p:nvGrpSpPr>
        <p:grpSpPr>
          <a:xfrm>
            <a:off x="6671021" y="1463443"/>
            <a:ext cx="2475461" cy="759722"/>
            <a:chOff x="6671021" y="2454043"/>
            <a:chExt cx="2475461" cy="759722"/>
          </a:xfrm>
        </p:grpSpPr>
        <p:sp>
          <p:nvSpPr>
            <p:cNvPr id="123" name="Google Shape;123;p7"/>
            <p:cNvSpPr/>
            <p:nvPr/>
          </p:nvSpPr>
          <p:spPr>
            <a:xfrm>
              <a:off x="7040783" y="3080265"/>
              <a:ext cx="2105700" cy="133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4" name="Google Shape;124;p7"/>
            <p:cNvGrpSpPr/>
            <p:nvPr/>
          </p:nvGrpSpPr>
          <p:grpSpPr>
            <a:xfrm>
              <a:off x="6994658" y="2800855"/>
              <a:ext cx="92400" cy="411825"/>
              <a:chOff x="845575" y="2563700"/>
              <a:chExt cx="92400" cy="411825"/>
            </a:xfrm>
          </p:grpSpPr>
          <p:cxnSp>
            <p:nvCxnSpPr>
              <p:cNvPr id="125" name="Google Shape;125;p7"/>
              <p:cNvCxnSpPr/>
              <p:nvPr/>
            </p:nvCxnSpPr>
            <p:spPr>
              <a:xfrm>
                <a:off x="891775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26" name="Google Shape;126;p7"/>
              <p:cNvSpPr/>
              <p:nvPr/>
            </p:nvSpPr>
            <p:spPr>
              <a:xfrm>
                <a:off x="845575" y="2563700"/>
                <a:ext cx="92400" cy="924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7" name="Google Shape;127;p7"/>
            <p:cNvSpPr txBox="1"/>
            <p:nvPr/>
          </p:nvSpPr>
          <p:spPr>
            <a:xfrm>
              <a:off x="6671021" y="2454043"/>
              <a:ext cx="7458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000">
                  <a:highlight>
                    <a:srgbClr val="FFFF00"/>
                  </a:highlight>
                  <a:latin typeface="Nunito"/>
                  <a:ea typeface="Nunito"/>
                  <a:cs typeface="Nunito"/>
                  <a:sym typeface="Nunito"/>
                </a:rPr>
                <a:t>DATE</a:t>
              </a:r>
              <a:endParaRPr b="1" sz="1000"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128" name="Google Shape;128;p7"/>
          <p:cNvSpPr txBox="1"/>
          <p:nvPr>
            <p:ph idx="12" type="sldNum"/>
          </p:nvPr>
        </p:nvSpPr>
        <p:spPr>
          <a:xfrm>
            <a:off x="-3925" y="4812625"/>
            <a:ext cx="578400" cy="33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7"/>
          <p:cNvSpPr txBox="1"/>
          <p:nvPr>
            <p:ph type="title"/>
          </p:nvPr>
        </p:nvSpPr>
        <p:spPr>
          <a:xfrm>
            <a:off x="655325" y="563775"/>
            <a:ext cx="50379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Mutual go-forward plan</a:t>
            </a:r>
            <a:endParaRPr/>
          </a:p>
        </p:txBody>
      </p:sp>
      <p:sp>
        <p:nvSpPr>
          <p:cNvPr id="130" name="Google Shape;130;p7"/>
          <p:cNvSpPr txBox="1"/>
          <p:nvPr>
            <p:ph idx="1" type="subTitle"/>
          </p:nvPr>
        </p:nvSpPr>
        <p:spPr>
          <a:xfrm>
            <a:off x="665575" y="835127"/>
            <a:ext cx="50379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Ensuring success on your strategic initiative</a:t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2437300" y="2146975"/>
            <a:ext cx="1534500" cy="2996400"/>
          </a:xfrm>
          <a:prstGeom prst="rect">
            <a:avLst/>
          </a:prstGeom>
          <a:solidFill>
            <a:srgbClr val="FFD601">
              <a:alpha val="824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highlight>
                  <a:srgbClr val="FFFF00"/>
                </a:highlight>
                <a:latin typeface="Nunito"/>
                <a:ea typeface="Nunito"/>
                <a:cs typeface="Nunito"/>
                <a:sym typeface="Nunito"/>
              </a:rPr>
              <a:t>DATE</a:t>
            </a:r>
            <a:br>
              <a:rPr b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Step 2</a:t>
            </a:r>
            <a:endParaRPr b="1" sz="9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3971775" y="2146975"/>
            <a:ext cx="1534500" cy="2996400"/>
          </a:xfrm>
          <a:prstGeom prst="rect">
            <a:avLst/>
          </a:prstGeom>
          <a:solidFill>
            <a:srgbClr val="1DD6FF">
              <a:alpha val="824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highlight>
                  <a:srgbClr val="FFFF00"/>
                </a:highlight>
                <a:latin typeface="Nunito"/>
                <a:ea typeface="Nunito"/>
                <a:cs typeface="Nunito"/>
                <a:sym typeface="Nunito"/>
              </a:rPr>
              <a:t>DATE</a:t>
            </a:r>
            <a:br>
              <a:rPr b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Step 3</a:t>
            </a:r>
            <a:endParaRPr b="1" sz="9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5506275" y="2146975"/>
            <a:ext cx="1534500" cy="2996400"/>
          </a:xfrm>
          <a:prstGeom prst="rect">
            <a:avLst/>
          </a:prstGeom>
          <a:solidFill>
            <a:srgbClr val="9980FE">
              <a:alpha val="824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highlight>
                  <a:srgbClr val="FFFF00"/>
                </a:highlight>
                <a:latin typeface="Nunito"/>
                <a:ea typeface="Nunito"/>
                <a:cs typeface="Nunito"/>
                <a:sym typeface="Nunito"/>
              </a:rPr>
              <a:t>DATE</a:t>
            </a:r>
            <a:br>
              <a:rPr b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Step 4</a:t>
            </a:r>
            <a:endParaRPr b="1" sz="9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7040775" y="2146975"/>
            <a:ext cx="2105700" cy="2996400"/>
          </a:xfrm>
          <a:prstGeom prst="rect">
            <a:avLst/>
          </a:prstGeom>
          <a:solidFill>
            <a:srgbClr val="FD52D7">
              <a:alpha val="824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highlight>
                  <a:srgbClr val="FFFF00"/>
                </a:highlight>
                <a:latin typeface="Nunito"/>
                <a:ea typeface="Nunito"/>
                <a:cs typeface="Nunito"/>
                <a:sym typeface="Nunito"/>
              </a:rPr>
              <a:t>DATE</a:t>
            </a:r>
            <a:b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Step 5</a:t>
            </a:r>
            <a:endParaRPr b="1" sz="9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0" y="2093976"/>
            <a:ext cx="7911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2"/>
                </a:solidFill>
                <a:highlight>
                  <a:srgbClr val="FFFF00"/>
                </a:highlight>
                <a:latin typeface="Nunito"/>
                <a:ea typeface="Nunito"/>
                <a:cs typeface="Nunito"/>
                <a:sym typeface="Nunito"/>
              </a:rPr>
              <a:t>DATE</a:t>
            </a:r>
            <a:b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lang="en" sz="8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TODAY</a:t>
            </a:r>
            <a:endParaRPr b="1" sz="11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/>
          <p:nvPr/>
        </p:nvSpPr>
        <p:spPr>
          <a:xfrm>
            <a:off x="8550225" y="1406500"/>
            <a:ext cx="1828800" cy="536100"/>
          </a:xfrm>
          <a:prstGeom prst="roundRect">
            <a:avLst>
              <a:gd fmla="val 9644" name="adj"/>
            </a:avLst>
          </a:prstGeom>
          <a:solidFill>
            <a:schemeClr val="dk1"/>
          </a:solidFill>
          <a:ln>
            <a:noFill/>
          </a:ln>
          <a:effectLst>
            <a:outerShdw blurRad="142875" rotWithShape="0" algn="bl" dir="2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8521125" y="1406500"/>
            <a:ext cx="6387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2"/>
                </a:solidFill>
                <a:highlight>
                  <a:srgbClr val="FFFF00"/>
                </a:highlight>
                <a:latin typeface="Nunito"/>
                <a:ea typeface="Nunito"/>
                <a:cs typeface="Nunito"/>
                <a:sym typeface="Nunito"/>
              </a:rPr>
              <a:t>DATE</a:t>
            </a:r>
            <a:b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lang="en" sz="8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GO LIVE!</a:t>
            </a:r>
            <a:endParaRPr b="1"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-1190100" y="2093984"/>
            <a:ext cx="1828800" cy="536100"/>
          </a:xfrm>
          <a:prstGeom prst="roundRect">
            <a:avLst>
              <a:gd fmla="val 9644" name="adj"/>
            </a:avLst>
          </a:prstGeom>
          <a:solidFill>
            <a:schemeClr val="dk1"/>
          </a:solidFill>
          <a:ln>
            <a:noFill/>
          </a:ln>
          <a:effectLst>
            <a:outerShdw blurRad="142875" rotWithShape="0" algn="bl" dir="2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766515" y="2146975"/>
            <a:ext cx="1408800" cy="2996400"/>
          </a:xfrm>
          <a:prstGeom prst="rect">
            <a:avLst/>
          </a:prstGeom>
          <a:solidFill>
            <a:srgbClr val="01FFF0">
              <a:alpha val="824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highlight>
                  <a:srgbClr val="FFFF00"/>
                </a:highlight>
                <a:latin typeface="Nunito"/>
                <a:ea typeface="Nunito"/>
                <a:cs typeface="Nunito"/>
                <a:sym typeface="Nunito"/>
              </a:rPr>
              <a:t>DATE</a:t>
            </a: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br>
              <a:rPr b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Step 1</a:t>
            </a:r>
            <a:endParaRPr b="1" sz="9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44" name="Google Shape;144;p8"/>
          <p:cNvGrpSpPr/>
          <p:nvPr/>
        </p:nvGrpSpPr>
        <p:grpSpPr>
          <a:xfrm>
            <a:off x="384966" y="1463460"/>
            <a:ext cx="1790357" cy="759712"/>
            <a:chOff x="466173" y="2454054"/>
            <a:chExt cx="1971107" cy="759712"/>
          </a:xfrm>
        </p:grpSpPr>
        <p:sp>
          <p:nvSpPr>
            <p:cNvPr id="145" name="Google Shape;145;p8"/>
            <p:cNvSpPr/>
            <p:nvPr/>
          </p:nvSpPr>
          <p:spPr>
            <a:xfrm>
              <a:off x="902781" y="3080265"/>
              <a:ext cx="1534500" cy="13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8"/>
            <p:cNvSpPr txBox="1"/>
            <p:nvPr/>
          </p:nvSpPr>
          <p:spPr>
            <a:xfrm>
              <a:off x="466173" y="2454054"/>
              <a:ext cx="8712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000">
                  <a:highlight>
                    <a:srgbClr val="FFFF00"/>
                  </a:highlight>
                  <a:latin typeface="Nunito"/>
                  <a:ea typeface="Nunito"/>
                  <a:cs typeface="Nunito"/>
                  <a:sym typeface="Nunito"/>
                </a:rPr>
                <a:t>DATE</a:t>
              </a:r>
              <a:endParaRPr b="1" sz="1000">
                <a:highlight>
                  <a:srgbClr val="FFFF00"/>
                </a:highlight>
                <a:latin typeface="Nunito"/>
                <a:ea typeface="Nunito"/>
                <a:cs typeface="Nunito"/>
                <a:sym typeface="Nunito"/>
              </a:endParaRPr>
            </a:p>
          </p:txBody>
        </p:sp>
        <p:grpSp>
          <p:nvGrpSpPr>
            <p:cNvPr id="147" name="Google Shape;147;p8"/>
            <p:cNvGrpSpPr/>
            <p:nvPr/>
          </p:nvGrpSpPr>
          <p:grpSpPr>
            <a:xfrm>
              <a:off x="851208" y="2800855"/>
              <a:ext cx="92400" cy="411825"/>
              <a:chOff x="845575" y="2563700"/>
              <a:chExt cx="92400" cy="411825"/>
            </a:xfrm>
          </p:grpSpPr>
          <p:cxnSp>
            <p:nvCxnSpPr>
              <p:cNvPr id="148" name="Google Shape;148;p8"/>
              <p:cNvCxnSpPr/>
              <p:nvPr/>
            </p:nvCxnSpPr>
            <p:spPr>
              <a:xfrm>
                <a:off x="891775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49" name="Google Shape;149;p8"/>
              <p:cNvSpPr/>
              <p:nvPr/>
            </p:nvSpPr>
            <p:spPr>
              <a:xfrm>
                <a:off x="845575" y="2563700"/>
                <a:ext cx="92400" cy="92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0" name="Google Shape;150;p8"/>
          <p:cNvGrpSpPr/>
          <p:nvPr/>
        </p:nvGrpSpPr>
        <p:grpSpPr>
          <a:xfrm>
            <a:off x="1843271" y="1466095"/>
            <a:ext cx="1725839" cy="757077"/>
            <a:chOff x="2071705" y="2456688"/>
            <a:chExt cx="1900076" cy="757077"/>
          </a:xfrm>
        </p:grpSpPr>
        <p:sp>
          <p:nvSpPr>
            <p:cNvPr id="151" name="Google Shape;151;p8"/>
            <p:cNvSpPr/>
            <p:nvPr/>
          </p:nvSpPr>
          <p:spPr>
            <a:xfrm>
              <a:off x="2437281" y="3080265"/>
              <a:ext cx="1534500" cy="133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8"/>
            <p:cNvSpPr txBox="1"/>
            <p:nvPr/>
          </p:nvSpPr>
          <p:spPr>
            <a:xfrm>
              <a:off x="2071705" y="2456688"/>
              <a:ext cx="7458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000">
                  <a:highlight>
                    <a:srgbClr val="FFFF00"/>
                  </a:highlight>
                  <a:latin typeface="Nunito"/>
                  <a:ea typeface="Nunito"/>
                  <a:cs typeface="Nunito"/>
                  <a:sym typeface="Nunito"/>
                </a:rPr>
                <a:t>DATE</a:t>
              </a:r>
              <a:endParaRPr b="1"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53" name="Google Shape;153;p8"/>
            <p:cNvGrpSpPr/>
            <p:nvPr/>
          </p:nvGrpSpPr>
          <p:grpSpPr>
            <a:xfrm rot="10800000">
              <a:off x="2395183" y="2804160"/>
              <a:ext cx="92400" cy="406898"/>
              <a:chOff x="2070100" y="2844725"/>
              <a:chExt cx="92400" cy="406898"/>
            </a:xfrm>
          </p:grpSpPr>
          <p:cxnSp>
            <p:nvCxnSpPr>
              <p:cNvPr id="154" name="Google Shape;154;p8"/>
              <p:cNvCxnSpPr/>
              <p:nvPr/>
            </p:nvCxnSpPr>
            <p:spPr>
              <a:xfrm>
                <a:off x="2116300" y="28447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55" name="Google Shape;155;p8"/>
              <p:cNvSpPr/>
              <p:nvPr/>
            </p:nvSpPr>
            <p:spPr>
              <a:xfrm>
                <a:off x="2070100" y="3159223"/>
                <a:ext cx="92400" cy="9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6" name="Google Shape;156;p8"/>
          <p:cNvGrpSpPr/>
          <p:nvPr/>
        </p:nvGrpSpPr>
        <p:grpSpPr>
          <a:xfrm>
            <a:off x="3270394" y="1463450"/>
            <a:ext cx="1692500" cy="759722"/>
            <a:chOff x="3642907" y="2454043"/>
            <a:chExt cx="1863371" cy="759722"/>
          </a:xfrm>
        </p:grpSpPr>
        <p:sp>
          <p:nvSpPr>
            <p:cNvPr id="157" name="Google Shape;157;p8"/>
            <p:cNvSpPr/>
            <p:nvPr/>
          </p:nvSpPr>
          <p:spPr>
            <a:xfrm>
              <a:off x="3971778" y="3080265"/>
              <a:ext cx="1534500" cy="133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8" name="Google Shape;158;p8"/>
            <p:cNvGrpSpPr/>
            <p:nvPr/>
          </p:nvGrpSpPr>
          <p:grpSpPr>
            <a:xfrm>
              <a:off x="3924544" y="2800855"/>
              <a:ext cx="92400" cy="411825"/>
              <a:chOff x="845575" y="2563700"/>
              <a:chExt cx="92400" cy="411825"/>
            </a:xfrm>
          </p:grpSpPr>
          <p:cxnSp>
            <p:nvCxnSpPr>
              <p:cNvPr id="159" name="Google Shape;159;p8"/>
              <p:cNvCxnSpPr/>
              <p:nvPr/>
            </p:nvCxnSpPr>
            <p:spPr>
              <a:xfrm>
                <a:off x="891775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60" name="Google Shape;160;p8"/>
              <p:cNvSpPr/>
              <p:nvPr/>
            </p:nvSpPr>
            <p:spPr>
              <a:xfrm>
                <a:off x="845575" y="2563700"/>
                <a:ext cx="92400" cy="9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1" name="Google Shape;161;p8"/>
            <p:cNvSpPr txBox="1"/>
            <p:nvPr/>
          </p:nvSpPr>
          <p:spPr>
            <a:xfrm>
              <a:off x="3642907" y="2454043"/>
              <a:ext cx="6927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000">
                  <a:highlight>
                    <a:srgbClr val="FFFF00"/>
                  </a:highlight>
                  <a:latin typeface="Nunito"/>
                  <a:ea typeface="Nunito"/>
                  <a:cs typeface="Nunito"/>
                  <a:sym typeface="Nunito"/>
                </a:rPr>
                <a:t>DATE</a:t>
              </a:r>
              <a:endParaRPr b="1"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2" name="Google Shape;162;p8"/>
          <p:cNvGrpSpPr/>
          <p:nvPr/>
        </p:nvGrpSpPr>
        <p:grpSpPr>
          <a:xfrm>
            <a:off x="4622291" y="1466095"/>
            <a:ext cx="1734387" cy="757077"/>
            <a:chOff x="5131289" y="2456688"/>
            <a:chExt cx="1909487" cy="757077"/>
          </a:xfrm>
        </p:grpSpPr>
        <p:sp>
          <p:nvSpPr>
            <p:cNvPr id="163" name="Google Shape;163;p8"/>
            <p:cNvSpPr/>
            <p:nvPr/>
          </p:nvSpPr>
          <p:spPr>
            <a:xfrm>
              <a:off x="5506276" y="3080265"/>
              <a:ext cx="1534500" cy="13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4" name="Google Shape;164;p8"/>
            <p:cNvGrpSpPr/>
            <p:nvPr/>
          </p:nvGrpSpPr>
          <p:grpSpPr>
            <a:xfrm rot="10800000">
              <a:off x="5455515" y="2804160"/>
              <a:ext cx="92400" cy="406898"/>
              <a:chOff x="2070100" y="2844725"/>
              <a:chExt cx="92400" cy="406898"/>
            </a:xfrm>
          </p:grpSpPr>
          <p:cxnSp>
            <p:nvCxnSpPr>
              <p:cNvPr id="165" name="Google Shape;165;p8"/>
              <p:cNvCxnSpPr/>
              <p:nvPr/>
            </p:nvCxnSpPr>
            <p:spPr>
              <a:xfrm>
                <a:off x="2116300" y="28447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66" name="Google Shape;166;p8"/>
              <p:cNvSpPr/>
              <p:nvPr/>
            </p:nvSpPr>
            <p:spPr>
              <a:xfrm>
                <a:off x="2070100" y="3159223"/>
                <a:ext cx="92400" cy="924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7" name="Google Shape;167;p8"/>
            <p:cNvSpPr txBox="1"/>
            <p:nvPr/>
          </p:nvSpPr>
          <p:spPr>
            <a:xfrm>
              <a:off x="5131289" y="2456688"/>
              <a:ext cx="7458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000">
                  <a:highlight>
                    <a:srgbClr val="FFFF00"/>
                  </a:highlight>
                  <a:latin typeface="Nunito"/>
                  <a:ea typeface="Nunito"/>
                  <a:cs typeface="Nunito"/>
                  <a:sym typeface="Nunito"/>
                </a:rPr>
                <a:t>DATE</a:t>
              </a:r>
              <a:endParaRPr b="1"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8" name="Google Shape;168;p8"/>
          <p:cNvGrpSpPr/>
          <p:nvPr/>
        </p:nvGrpSpPr>
        <p:grpSpPr>
          <a:xfrm>
            <a:off x="6020830" y="1463450"/>
            <a:ext cx="1731276" cy="759722"/>
            <a:chOff x="6671021" y="2454043"/>
            <a:chExt cx="1906061" cy="759722"/>
          </a:xfrm>
        </p:grpSpPr>
        <p:sp>
          <p:nvSpPr>
            <p:cNvPr id="169" name="Google Shape;169;p8"/>
            <p:cNvSpPr/>
            <p:nvPr/>
          </p:nvSpPr>
          <p:spPr>
            <a:xfrm>
              <a:off x="7040783" y="3080265"/>
              <a:ext cx="1536300" cy="133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0" name="Google Shape;170;p8"/>
            <p:cNvGrpSpPr/>
            <p:nvPr/>
          </p:nvGrpSpPr>
          <p:grpSpPr>
            <a:xfrm>
              <a:off x="6994658" y="2800855"/>
              <a:ext cx="92400" cy="411825"/>
              <a:chOff x="845575" y="2563700"/>
              <a:chExt cx="92400" cy="411825"/>
            </a:xfrm>
          </p:grpSpPr>
          <p:cxnSp>
            <p:nvCxnSpPr>
              <p:cNvPr id="171" name="Google Shape;171;p8"/>
              <p:cNvCxnSpPr/>
              <p:nvPr/>
            </p:nvCxnSpPr>
            <p:spPr>
              <a:xfrm>
                <a:off x="891775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72" name="Google Shape;172;p8"/>
              <p:cNvSpPr/>
              <p:nvPr/>
            </p:nvSpPr>
            <p:spPr>
              <a:xfrm>
                <a:off x="845575" y="2563700"/>
                <a:ext cx="92400" cy="924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3" name="Google Shape;173;p8"/>
            <p:cNvSpPr txBox="1"/>
            <p:nvPr/>
          </p:nvSpPr>
          <p:spPr>
            <a:xfrm>
              <a:off x="6671021" y="2454043"/>
              <a:ext cx="7458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000">
                  <a:highlight>
                    <a:srgbClr val="FFFF00"/>
                  </a:highlight>
                  <a:latin typeface="Nunito"/>
                  <a:ea typeface="Nunito"/>
                  <a:cs typeface="Nunito"/>
                  <a:sym typeface="Nunito"/>
                </a:rPr>
                <a:t>DATE</a:t>
              </a:r>
              <a:endParaRPr b="1" sz="1000"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174" name="Google Shape;174;p8"/>
          <p:cNvSpPr txBox="1"/>
          <p:nvPr>
            <p:ph idx="12" type="sldNum"/>
          </p:nvPr>
        </p:nvSpPr>
        <p:spPr>
          <a:xfrm>
            <a:off x="-3925" y="4812625"/>
            <a:ext cx="578400" cy="33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5" name="Google Shape;175;p8"/>
          <p:cNvSpPr txBox="1"/>
          <p:nvPr>
            <p:ph type="title"/>
          </p:nvPr>
        </p:nvSpPr>
        <p:spPr>
          <a:xfrm>
            <a:off x="655325" y="563775"/>
            <a:ext cx="50379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Mutual go-forward plan</a:t>
            </a:r>
            <a:endParaRPr/>
          </a:p>
        </p:txBody>
      </p:sp>
      <p:sp>
        <p:nvSpPr>
          <p:cNvPr id="176" name="Google Shape;176;p8"/>
          <p:cNvSpPr txBox="1"/>
          <p:nvPr>
            <p:ph idx="1" type="subTitle"/>
          </p:nvPr>
        </p:nvSpPr>
        <p:spPr>
          <a:xfrm>
            <a:off x="665575" y="835127"/>
            <a:ext cx="50379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Ensuring success on your strategic initiative</a:t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2175195" y="2146975"/>
            <a:ext cx="1393500" cy="2996400"/>
          </a:xfrm>
          <a:prstGeom prst="rect">
            <a:avLst/>
          </a:prstGeom>
          <a:solidFill>
            <a:srgbClr val="FFD601">
              <a:alpha val="824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highlight>
                  <a:srgbClr val="FFFF00"/>
                </a:highlight>
                <a:latin typeface="Nunito"/>
                <a:ea typeface="Nunito"/>
                <a:cs typeface="Nunito"/>
                <a:sym typeface="Nunito"/>
              </a:rPr>
              <a:t>DATE</a:t>
            </a:r>
            <a:br>
              <a:rPr b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Step 2</a:t>
            </a:r>
            <a:endParaRPr b="1" sz="9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3568867" y="2146975"/>
            <a:ext cx="1393500" cy="2996400"/>
          </a:xfrm>
          <a:prstGeom prst="rect">
            <a:avLst/>
          </a:prstGeom>
          <a:solidFill>
            <a:srgbClr val="1DD6FF">
              <a:alpha val="824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highlight>
                  <a:srgbClr val="FFFF00"/>
                </a:highlight>
                <a:latin typeface="Nunito"/>
                <a:ea typeface="Nunito"/>
                <a:cs typeface="Nunito"/>
                <a:sym typeface="Nunito"/>
              </a:rPr>
              <a:t>DATE</a:t>
            </a:r>
            <a:br>
              <a:rPr b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Step 3</a:t>
            </a:r>
            <a:endParaRPr b="1" sz="9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4962562" y="2146975"/>
            <a:ext cx="1393500" cy="2996400"/>
          </a:xfrm>
          <a:prstGeom prst="rect">
            <a:avLst/>
          </a:prstGeom>
          <a:solidFill>
            <a:srgbClr val="9980FE">
              <a:alpha val="824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highlight>
                  <a:srgbClr val="FFFF00"/>
                </a:highlight>
                <a:latin typeface="Nunito"/>
                <a:ea typeface="Nunito"/>
                <a:cs typeface="Nunito"/>
                <a:sym typeface="Nunito"/>
              </a:rPr>
              <a:t>DATE</a:t>
            </a:r>
            <a:br>
              <a:rPr b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Step 4</a:t>
            </a:r>
            <a:endParaRPr b="1" sz="9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6356257" y="2146975"/>
            <a:ext cx="1395300" cy="2996400"/>
          </a:xfrm>
          <a:prstGeom prst="rect">
            <a:avLst/>
          </a:prstGeom>
          <a:solidFill>
            <a:srgbClr val="FD52D7">
              <a:alpha val="824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highlight>
                  <a:srgbClr val="FFFF00"/>
                </a:highlight>
                <a:latin typeface="Nunito"/>
                <a:ea typeface="Nunito"/>
                <a:cs typeface="Nunito"/>
                <a:sym typeface="Nunito"/>
              </a:rPr>
              <a:t>DATE</a:t>
            </a:r>
            <a:b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Step 5</a:t>
            </a:r>
            <a:endParaRPr b="1" sz="9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1" name="Google Shape;181;p8"/>
          <p:cNvSpPr txBox="1"/>
          <p:nvPr/>
        </p:nvSpPr>
        <p:spPr>
          <a:xfrm>
            <a:off x="0" y="2093975"/>
            <a:ext cx="6387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2"/>
                </a:solidFill>
                <a:highlight>
                  <a:srgbClr val="FFFF00"/>
                </a:highlight>
                <a:latin typeface="Nunito"/>
                <a:ea typeface="Nunito"/>
                <a:cs typeface="Nunito"/>
                <a:sym typeface="Nunito"/>
              </a:rPr>
              <a:t>DATE</a:t>
            </a:r>
            <a:b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lang="en" sz="8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TODAY</a:t>
            </a:r>
            <a:endParaRPr b="1"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7742468" y="2149625"/>
            <a:ext cx="1408800" cy="2996400"/>
          </a:xfrm>
          <a:prstGeom prst="rect">
            <a:avLst/>
          </a:prstGeom>
          <a:solidFill>
            <a:srgbClr val="B8B6B6">
              <a:alpha val="824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highlight>
                  <a:srgbClr val="FFFF00"/>
                </a:highlight>
                <a:latin typeface="Nunito"/>
                <a:ea typeface="Nunito"/>
                <a:cs typeface="Nunito"/>
                <a:sym typeface="Nunito"/>
              </a:rPr>
              <a:t>DATE</a:t>
            </a: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br>
              <a:rPr b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Step 1</a:t>
            </a:r>
            <a:endParaRPr b="1" sz="9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161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unito"/>
              <a:buChar char="❏"/>
            </a:pPr>
            <a:r>
              <a:rPr lang="en" sz="7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Placeholder bullet</a:t>
            </a:r>
            <a:endParaRPr sz="7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83" name="Google Shape;183;p8"/>
          <p:cNvGrpSpPr/>
          <p:nvPr/>
        </p:nvGrpSpPr>
        <p:grpSpPr>
          <a:xfrm>
            <a:off x="7360920" y="1466110"/>
            <a:ext cx="1790357" cy="759712"/>
            <a:chOff x="466173" y="2454054"/>
            <a:chExt cx="1971107" cy="759712"/>
          </a:xfrm>
        </p:grpSpPr>
        <p:sp>
          <p:nvSpPr>
            <p:cNvPr id="184" name="Google Shape;184;p8"/>
            <p:cNvSpPr/>
            <p:nvPr/>
          </p:nvSpPr>
          <p:spPr>
            <a:xfrm>
              <a:off x="902781" y="3080265"/>
              <a:ext cx="1534500" cy="133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8"/>
            <p:cNvSpPr txBox="1"/>
            <p:nvPr/>
          </p:nvSpPr>
          <p:spPr>
            <a:xfrm>
              <a:off x="466173" y="2454054"/>
              <a:ext cx="8712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000">
                  <a:highlight>
                    <a:srgbClr val="FFFF00"/>
                  </a:highlight>
                  <a:latin typeface="Nunito"/>
                  <a:ea typeface="Nunito"/>
                  <a:cs typeface="Nunito"/>
                  <a:sym typeface="Nunito"/>
                </a:rPr>
                <a:t>DATE</a:t>
              </a:r>
              <a:endParaRPr b="1" sz="1000">
                <a:highlight>
                  <a:srgbClr val="FFFF00"/>
                </a:highlight>
                <a:latin typeface="Nunito"/>
                <a:ea typeface="Nunito"/>
                <a:cs typeface="Nunito"/>
                <a:sym typeface="Nunito"/>
              </a:endParaRPr>
            </a:p>
          </p:txBody>
        </p:sp>
        <p:grpSp>
          <p:nvGrpSpPr>
            <p:cNvPr id="186" name="Google Shape;186;p8"/>
            <p:cNvGrpSpPr/>
            <p:nvPr/>
          </p:nvGrpSpPr>
          <p:grpSpPr>
            <a:xfrm>
              <a:off x="851208" y="2800855"/>
              <a:ext cx="92400" cy="411825"/>
              <a:chOff x="845575" y="2563700"/>
              <a:chExt cx="92400" cy="411825"/>
            </a:xfrm>
          </p:grpSpPr>
          <p:cxnSp>
            <p:nvCxnSpPr>
              <p:cNvPr id="187" name="Google Shape;187;p8"/>
              <p:cNvCxnSpPr/>
              <p:nvPr/>
            </p:nvCxnSpPr>
            <p:spPr>
              <a:xfrm>
                <a:off x="891775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88" name="Google Shape;188;p8"/>
              <p:cNvSpPr/>
              <p:nvPr/>
            </p:nvSpPr>
            <p:spPr>
              <a:xfrm>
                <a:off x="845575" y="2563700"/>
                <a:ext cx="92400" cy="92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FFFFFF"/>
      </a:dk1>
      <a:lt1>
        <a:srgbClr val="EFEFEF"/>
      </a:lt1>
      <a:dk2>
        <a:srgbClr val="B8B6B6"/>
      </a:dk2>
      <a:lt2>
        <a:srgbClr val="252525"/>
      </a:lt2>
      <a:accent1>
        <a:srgbClr val="01FFF0"/>
      </a:accent1>
      <a:accent2>
        <a:srgbClr val="FFD601"/>
      </a:accent2>
      <a:accent3>
        <a:srgbClr val="1DD6FF"/>
      </a:accent3>
      <a:accent4>
        <a:srgbClr val="9980FE"/>
      </a:accent4>
      <a:accent5>
        <a:srgbClr val="FD52D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